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noite. Quero começar com uma pergunta que parece absurda: e se toda vez que você usasse um app, a moeda daquele ecossistema ficasse mais valiosa? Não porque alguém especulou. Porque VOCÊ usou. Nos próximos minutos vou mostrar um sistema onde usar é o que cria valor — e vou provar com números, e vou ser honesto sobre onde ele pode falhar.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Hoje o mundo digital é feito de ilhas. Cada aplicativo tem seu próprio pagamento, sua própria taxa. Seus pontos de fidelidade de um app não valem nada no outro. E no fim, você é sempre só cliente — nunca dono. Cada vez que você troca de app, recomeça do zero. Esse é o desperdício que a gente aceitou como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ideia é simples de dizer e difícil de fazer: e se em vez de mil ilhas, houvesse UMA moeda que funciona em muitos apps? E se o dono desse sistema não fosse uma empresa, mas a própria comunidade que usa? Pensa num shopping — só que os clientes são os sócios. Quem frequenta, decide, e lucra.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o pulo do gato. No jargão chamamos de 'burn'. Quando você gasta a moeda — o CREDIT — parte dela não é transferida pra ninguém. Ela é destruída. Apagada da existência. Pensa num banco central que recolhe a cédula velha e tritura. Por que fazer isso? Porque menos moeda circulando significa que cada moeda restante fica mais escassa. Usar o sistema encolhe o dinheiro.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aqui o motor fecha. A cada rodada — sete dias — o protocolo olha quanto foi queimado e emite moeda nova. Mas com uma regra de ferro: emite só 95% do que foi destruído. Queimou cem mil, nascem noventa e cinco mil. Esse fator, o alfa, é 0,95 e está travado no código — nem a comunidade consegue votar pra deixá-lo acima de 1. Ou seja: o sistema SEMPRE devolve menos do que consome. Deflação não é promessa de marketing. É matemática obrigatória.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moeda nova não vai pro bolso de um fundador. Ela é dividida em quatro. 55% vai pros apoiadores — quem trava seu token de governança apostando nos apps que geram uso real. 25% pra quem fornece liquidez, pra você conseguir comprar e vender. 15% pros próprios apps. E 5% pro tesouro da comunidade. Repare: cada fatia tem uma função no sistema. Ninguém ganha de graça.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por que um aplicativo entraria nisso? Aqui está a inversão que muda o jogo. Num gateway comum, o app PAGA de 3 a 5% pra processar pagamento. Aqui é o contrário: o app tem TRÊS receitas. Recebe 10% de cashback em cada pagamento. Recebe uma fatia dos 15% da emissão, proporcional ao uso que gera. E, se quiser, ganha rendimento apostando no próprio sucesso. O app não é taxado. O app é pago pra participar.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deixar concreto. FotoAI: um app que gera imagens por inteligência artificial. A Bia quer dez imagens. Ela paga nove reais no Pix. Ponto. Ela não sabe o que é blockchain, não cria carteira, não vê a palavra cripto em lugar nenhum. Nos bastidores o real virou CREDIT, mas pra ela foi só um pagamento — e 10% mais barato que o concorrente. A tecnologia sumiu. Sobrou o benefício.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os números — e todos vêm dos contratos reais, não de um chute de slide. Digamos que numa rodada a FotoAI gere 600 mil CREDIT de volume. Ela ganha em três lugares: seis mil dólares de cashback, oito mil e quinhentos da fatia dos apps, e quinze mil e seiscentos de rendimento por ter apostado em si mesma. Total: trinta mil dólares por semana só em receita de token — em cima do que ela já ganha vendendo o serviço.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aqui está a comparação que decide tudo. A MESMA empresa, no gateway tradicional, lucra 37.900. Dentro do Web3Community, lucra 44.225 — 17% a mais. E olha o detalhe: isso já contando o desconto de 10% que ela deu pra Bia. Como isso é possível? Porque o desconto não sai do bolso da empresa. Sai da emissão do protocolo. A comunidade subsidia a atração de clientes. Todo mundo ganha.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 será que se sustenta? A pergunta certa é: entra mais do que sai? Numa rodada de uso real, entram 150 mil dólares de gente comprando CREDIT pra usar os apps. E sai, no MÁXIMO, 142.500 de emissão. Por quê? Porque cada dólar gasto vira só 66 centavos e meio de moeda nova — o resto foi queimado. Existe uma folga estrutural de 33,5% embutida na matemática. O sistema é desenhado pra que a entrada supere a saída, desde que o uso seja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se der errado? O sistema tem quatro travas. Um: um piso de preço — quando o CREDIT cai demais, o tesouro compra e queima automaticamente. Dois: o protocolo é dono da própria liquidez, não depende de investidor mercenário que foge na crise. Três: o teto de emissão, o alfa, nunca pode chegar a 1 — está no código, é impossível criar inflação líquida. Quatro: mexer na liquidez do protocolo exige 75% dos votos, não uma minoria oportunista. Essas quatro não são promessas. São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preciso ser honesto com vocês — porque todo pitch esconde isso, e eu não vou. Nada disso salva um produto ruim. Se os apps não geram uso de verdade, não há queima; sem queima, não há recompensa; o sistema desacelera até parar. A diferença é: ele não EXPLODE. Não tem alavancagem, não tem promessa de rendimento fixo, não tem ninguém prometendo te pagar com o dinheiro do próximo. No pior caso, vira um zumbi silencioso. Nunca vira um Ponzi que colapsa e leva todo mundo junto. Essa é a diferença entre engenharia e cassino.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Onde estamos? Pré-lançamento, e vou ser transparente sobre o que falta. Falta auditoria externa — o código está pronto, com mais de 800 testes automatizados, mas queremos o selo de um terceiro. Falta um app âncora, um primeiro grande caso de uso que puxe o resto. E falta o capital inicial de liquidez, entre 200 e 500 mil dólares. Não estamos vendendo um sonho pronto. Estamos mostrando uma engenharia pronta, esperando os três ingredientes finais.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eu tiver que resumir em cinco palavras: uso real, escassez real, valor real. Uma economia onde o cliente não é ordenhado, é sócio. Onde o app não é taxado, é pago pra participar. E onde a moeda, em vez de inflar como toda moeda que você conhece, fica mais escassa cada vez que alguém a usa de verdade. Isso não existe hoje. Mas está construído, testado, e esperando.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 terminar com a mesma provocação do começo, virada do avesso. A pergunta que importa não é se as pessoas vão adotar cripto. É se elas vão perceber que já estão usando — quando a Bia paga nove reais no Pix e ganha imagens mais baratas, ela não está pensando em blockchain. Está só vivendo. A melhor tecnologia é a que desaparece. Obrigado. Vamos conversar.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109728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EDEFF2"/>
                </a:solidFill>
                <a:latin typeface="Arial"/>
              </a:rPr>
              <a:t>Web3Community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661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38D9B0"/>
                </a:solidFill>
                <a:latin typeface="Arial"/>
              </a:rPr>
              <a:t>E se USAR um aplicativo tornasse a moeda</a:t>
            </a:r>
          </a:p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38D9B0"/>
                </a:solidFill>
                <a:latin typeface="Arial"/>
              </a:rPr>
              <a:t>mais valiosa?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8A93A0"/>
                </a:solidFill>
                <a:latin typeface="Arial"/>
              </a:rPr>
              <a:t>Uma economia onde o cliente é sócio.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DEFF2"/>
                </a:solidFill>
                <a:latin typeface="Arial"/>
              </a:rPr>
              <a:t>Cada aplicativo é uma ilha.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Pagamento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28529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EDEFF2"/>
                </a:solidFill>
                <a:latin typeface="Arial"/>
              </a:rPr>
              <a:t>cada app com seu gateway, sua taxa, seu cadastro.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8328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61188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Fidelidade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297680"/>
            <a:ext cx="28529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EDEFF2"/>
                </a:solidFill>
                <a:latin typeface="Arial"/>
              </a:rPr>
              <a:t>seus pontos morrem quando você troca de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38328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61188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Comunidade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28529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EDEFF2"/>
                </a:solidFill>
                <a:latin typeface="Arial"/>
              </a:rPr>
              <a:t>você nunca é dono de nada — só cliente.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A IDEIA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DEFF2"/>
                </a:solidFill>
                <a:latin typeface="Arial"/>
              </a:rPr>
              <a:t>Uma moeda para muitos apps.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DEFF2"/>
                </a:solidFill>
                <a:latin typeface="Arial"/>
              </a:rPr>
              <a:t>Uma comunidade dona de tudo.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DEFF2"/>
                </a:solidFill>
                <a:latin typeface="Arial"/>
              </a:rPr>
              <a:t>Um saldo que funciona em todos os apps. Um sistema governado por quem participa.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1">
                <a:solidFill>
                  <a:srgbClr val="38D9B0"/>
                </a:solidFill>
                <a:latin typeface="Arial"/>
              </a:rPr>
              <a:t>Um shopping onde os clientes são os sócios.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O INSIGHT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DEFF2"/>
                </a:solidFill>
                <a:latin typeface="Arial"/>
              </a:rPr>
              <a:t>Quando você gasta,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DEFF2"/>
                </a:solidFill>
                <a:latin typeface="Arial"/>
              </a:rPr>
              <a:t>parte da moeda é destruída.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94760"/>
            <a:ext cx="10515600" cy="219456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8D9B0"/>
                </a:solidFill>
                <a:latin typeface="Arial"/>
              </a:rPr>
              <a:t>Como um banco central que recolhe a cédula gasta — e tritura.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02920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EDEFF2"/>
                </a:solidFill>
                <a:latin typeface="Arial"/>
              </a:rPr>
              <a:t>Menos moeda em circulação = cada moeda que sobra vale um pouco mais.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O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FF2"/>
                </a:solidFill>
                <a:latin typeface="Arial"/>
              </a:rPr>
              <a:t>A cada rodada de 7 dias: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4663440" cy="201168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8A93A0"/>
                </a:solidFill>
                <a:latin typeface="Arial"/>
              </a:rPr>
              <a:t>QUEIMOU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EDEFF2"/>
                </a:solidFill>
                <a:latin typeface="Arial"/>
              </a:rPr>
              <a:t>100.000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337560"/>
            <a:ext cx="1188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38D9B0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651760"/>
            <a:ext cx="4663440" cy="201168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9718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8A93A0"/>
                </a:solidFill>
                <a:latin typeface="Arial"/>
              </a:rPr>
              <a:t>NASCEM SÓ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5204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8D9B0"/>
                </a:solidFill>
                <a:latin typeface="Arial"/>
              </a:rPr>
              <a:t>95.000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EDEFF2"/>
                </a:solidFill>
                <a:latin typeface="Arial"/>
              </a:rPr>
              <a:t>O sistema devolve sempre MENOS do que destrói.  (fator α = 0,95)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EDEFF2"/>
                </a:solidFill>
                <a:latin typeface="Arial"/>
              </a:rPr>
              <a:t>Deflação por design — gravada no código, a governança não pode reverter.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PARA ONDE VAI A MOEDA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FF2"/>
                </a:solidFill>
                <a:latin typeface="Arial"/>
              </a:rPr>
              <a:t>Quatro grupos que sustentam o sistema.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5783580" cy="822960"/>
          </a:xfrm>
          <a:prstGeom prst="rect">
            <a:avLst/>
          </a:prstGeom>
          <a:solidFill>
            <a:srgbClr val="38D9B0"/>
          </a:solidFill>
          <a:ln w="25400">
            <a:solidFill>
              <a:srgbClr val="0E1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6540" y="2743200"/>
            <a:ext cx="2628900" cy="822960"/>
          </a:xfrm>
          <a:prstGeom prst="rect">
            <a:avLst/>
          </a:prstGeom>
          <a:solidFill>
            <a:srgbClr val="2EA68A"/>
          </a:solidFill>
          <a:ln w="25400">
            <a:solidFill>
              <a:srgbClr val="0E1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35440" y="2743200"/>
            <a:ext cx="1577340" cy="822960"/>
          </a:xfrm>
          <a:prstGeom prst="rect">
            <a:avLst/>
          </a:prstGeom>
          <a:solidFill>
            <a:srgbClr val="247A66"/>
          </a:solidFill>
          <a:ln w="25400">
            <a:solidFill>
              <a:srgbClr val="0E1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12780" y="2743200"/>
            <a:ext cx="525780" cy="822960"/>
          </a:xfrm>
          <a:prstGeom prst="rect">
            <a:avLst/>
          </a:prstGeom>
          <a:solidFill>
            <a:srgbClr val="1B5346"/>
          </a:solidFill>
          <a:ln w="25400">
            <a:solidFill>
              <a:srgbClr val="0E1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2505456" cy="201168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25054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8D9B0"/>
                </a:solidFill>
                <a:latin typeface="Arial"/>
              </a:rPr>
              <a:t>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2505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EDEFF2"/>
                </a:solidFill>
                <a:latin typeface="Arial"/>
              </a:rPr>
              <a:t>Apoiadores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8A93A0"/>
                </a:solidFill>
                <a:latin typeface="Arial"/>
              </a:rPr>
              <a:t>quem trava GOV apostando nos apps bons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3931920"/>
            <a:ext cx="2505456" cy="201168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4114800"/>
            <a:ext cx="25054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8D9B0"/>
                </a:solidFill>
                <a:latin typeface="Arial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4892040"/>
            <a:ext cx="2505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EDEFF2"/>
                </a:solidFill>
                <a:latin typeface="Arial"/>
              </a:rPr>
              <a:t>Liquidez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5349240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8A93A0"/>
                </a:solidFill>
                <a:latin typeface="Arial"/>
              </a:rPr>
              <a:t>quem garante que dá pra comprar e vender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931920"/>
            <a:ext cx="2505456" cy="201168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4114800"/>
            <a:ext cx="25054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8D9B0"/>
                </a:solidFill>
                <a:latin typeface="Arial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4892040"/>
            <a:ext cx="2505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EDEFF2"/>
                </a:solidFill>
                <a:latin typeface="Arial"/>
              </a:rPr>
              <a:t>Apps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5349240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8A93A0"/>
                </a:solidFill>
                <a:latin typeface="Arial"/>
              </a:rPr>
              <a:t>os aplicativos, por gerarem uso real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33104" y="3931920"/>
            <a:ext cx="2505456" cy="201168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3104" y="4114800"/>
            <a:ext cx="25054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8D9B0"/>
                </a:solidFill>
                <a:latin typeface="Arial"/>
              </a:rP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4892040"/>
            <a:ext cx="2505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EDEFF2"/>
                </a:solidFill>
                <a:latin typeface="Arial"/>
              </a:rPr>
              <a:t>Tesouro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5349240"/>
            <a:ext cx="2139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8A93A0"/>
                </a:solidFill>
                <a:latin typeface="Arial"/>
              </a:rPr>
              <a:t>reforça a liquidez do próprio protocolo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POR QUE UM APP ENTRARIA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EDEFF2"/>
                </a:solidFill>
                <a:latin typeface="Arial"/>
              </a:rPr>
              <a:t>O app não paga taxa.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EDEFF2"/>
                </a:solidFill>
                <a:latin typeface="Arial"/>
              </a:rPr>
              <a:t>O app RECEBE.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94760"/>
            <a:ext cx="3401568" cy="219456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3401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38D9B0"/>
                </a:solidFill>
                <a:latin typeface="Arial"/>
              </a:rP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3401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EDEFF2"/>
                </a:solidFill>
                <a:latin typeface="Arial"/>
              </a:rPr>
              <a:t>Cashback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4924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8A93A0"/>
                </a:solidFill>
                <a:latin typeface="Arial"/>
              </a:rPr>
              <a:t>em cada pagamento processado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794760"/>
            <a:ext cx="3401568" cy="219456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023360"/>
            <a:ext cx="3401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38D9B0"/>
                </a:solidFill>
                <a:latin typeface="Arial"/>
              </a:rP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892040"/>
            <a:ext cx="3401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EDEFF2"/>
                </a:solidFill>
                <a:latin typeface="Arial"/>
              </a:rPr>
              <a:t>Fatia da emissão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4924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8A93A0"/>
                </a:solidFill>
                <a:latin typeface="Arial"/>
              </a:rPr>
              <a:t>proporcional ao uso que gera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794760"/>
            <a:ext cx="3401568" cy="219456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4023360"/>
            <a:ext cx="3401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38D9B0"/>
                </a:solidFill>
                <a:latin typeface="Arial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892040"/>
            <a:ext cx="3401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EDEFF2"/>
                </a:solidFill>
                <a:latin typeface="Arial"/>
              </a:rPr>
              <a:t>Rendimento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34924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8A93A0"/>
                </a:solidFill>
                <a:latin typeface="Arial"/>
              </a:rPr>
              <a:t>se apostar no próprio sucesso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UM EXEMPLO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DEFF2"/>
                </a:solidFill>
                <a:latin typeface="Arial"/>
              </a:rPr>
              <a:t>FotoAI: um app de imagens por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10515600" cy="265176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61188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DEFF2"/>
                </a:solidFill>
                <a:latin typeface="Arial"/>
              </a:rPr>
              <a:t>A Bia quer 10 imagens. Paga R$ 9 no PIX.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A93A0"/>
                </a:solidFill>
                <a:latin typeface="Arial"/>
              </a:rPr>
              <a:t>Ela nunca vê a palavra “cripto”. Nunca cria uma carteira.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07492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Só percebe que ficou 10% mais barato que o concorrente.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UMA RODADA DA FOTOAI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DEFF2"/>
                </a:solidFill>
                <a:latin typeface="Arial"/>
              </a:rPr>
              <a:t>600.000 CREDIT de volume → três receitas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7315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DEFF2"/>
                </a:solidFill>
                <a:latin typeface="Arial"/>
              </a:rPr>
              <a:t>Cashback (rebate 10%)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7744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38D9B0"/>
                </a:solidFill>
                <a:latin typeface="Arial"/>
              </a:rPr>
              <a:t>$ 6.000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7315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DEFF2"/>
                </a:solidFill>
                <a:latin typeface="Arial"/>
              </a:rPr>
              <a:t>Fatia dos apps (bucket 15%)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4612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38D9B0"/>
                </a:solidFill>
                <a:latin typeface="Arial"/>
              </a:rPr>
              <a:t>$ 8.550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7315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DEFF2"/>
                </a:solidFill>
                <a:latin typeface="Arial"/>
              </a:rPr>
              <a:t>Rendimento do stake próprio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38D9B0"/>
                </a:solidFill>
                <a:latin typeface="Arial"/>
              </a:rPr>
              <a:t>$ 15.675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2064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14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120640"/>
            <a:ext cx="7315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DEFF2"/>
                </a:solidFill>
                <a:latin typeface="Arial"/>
              </a:rPr>
              <a:t>TOTAL POR RODADA (7 dias)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12064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200" b="1" i="0">
                <a:solidFill>
                  <a:srgbClr val="38D9B0"/>
                </a:solidFill>
                <a:latin typeface="Arial"/>
              </a:rPr>
              <a:t>$ 30.225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A COMPARAÇÃO QUE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DEFF2"/>
                </a:solidFill>
                <a:latin typeface="Arial"/>
              </a:rPr>
              <a:t>Lucro por rodada — mesmo dando 10% de desconto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029200" cy="265176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8A93A0"/>
                </a:solidFill>
                <a:latin typeface="Arial"/>
              </a:rPr>
              <a:t>GATEWAY TRADICIONAL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E86A6A"/>
                </a:solidFill>
                <a:latin typeface="Arial"/>
              </a:rPr>
              <a:t>$ 37.900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A93A0"/>
                </a:solidFill>
                <a:latin typeface="Arial"/>
              </a:rPr>
              <a:t>paga taxa, sem loyalty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468880"/>
            <a:ext cx="5029200" cy="2651760"/>
          </a:xfrm>
          <a:prstGeom prst="roundRect">
            <a:avLst>
              <a:gd name="adj" fmla="val 6000"/>
            </a:avLst>
          </a:prstGeom>
          <a:solidFill>
            <a:srgbClr val="14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278892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8D9B0"/>
                </a:solidFill>
                <a:latin typeface="Arial"/>
              </a:rPr>
              <a:t>COM WEB3COMMUNITY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52044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38D9B0"/>
                </a:solidFill>
                <a:latin typeface="Arial"/>
              </a:rPr>
              <a:t>$ 44.225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8D9B0"/>
                </a:solidFill>
                <a:latin typeface="Arial"/>
              </a:rPr>
              <a:t>+17% de lucro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1">
                <a:solidFill>
                  <a:srgbClr val="EDEFF2"/>
                </a:solidFill>
                <a:latin typeface="Arial"/>
              </a:rPr>
              <a:t>O desconto ao cliente é pago pelo protocolo — não pela empresa.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ISSO SE SUSTENTA?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FF2"/>
                </a:solidFill>
                <a:latin typeface="Arial"/>
              </a:rPr>
              <a:t>O teste: entra mais do que sai.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14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8D9B0"/>
                </a:solidFill>
                <a:latin typeface="Arial"/>
              </a:rPr>
              <a:t>ENTRA (uso 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38D9B0"/>
                </a:solidFill>
                <a:latin typeface="Arial"/>
              </a:rPr>
              <a:t>$ 150.000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246888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27432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8A93A0"/>
                </a:solidFill>
                <a:latin typeface="Arial"/>
              </a:rPr>
              <a:t>SAI (emissão máx.)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3375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EDEFF2"/>
                </a:solidFill>
                <a:latin typeface="Arial"/>
              </a:rPr>
              <a:t>$ 142.500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EDEFF2"/>
                </a:solidFill>
                <a:latin typeface="Arial"/>
              </a:rPr>
              <a:t>Cada $1 gasto gera no máximo $0,665 de emissão.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EDEFF2"/>
                </a:solidFill>
                <a:latin typeface="Arial"/>
              </a:rPr>
              <a:t>Folga estrutural de 33,5% — a matemática empurra a favor.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AS DEFESAS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FF2"/>
                </a:solidFill>
                <a:latin typeface="Arial"/>
              </a:rPr>
              <a:t>Quatro travas contra o colapso.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175504" cy="160020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4535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Piso de preço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4535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DEFF2"/>
                </a:solidFill>
                <a:latin typeface="Arial"/>
              </a:rPr>
              <a:t>o tesouro compra e QUEIMA quando o preço cai — floor defendido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2743200"/>
            <a:ext cx="5175504" cy="160020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2971800"/>
            <a:ext cx="4535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Liquidez própria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3520440"/>
            <a:ext cx="4535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DEFF2"/>
                </a:solidFill>
                <a:latin typeface="Arial"/>
              </a:rPr>
              <a:t>o protocolo é dono da própria liquidez (POL) — não depende de mercenário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26280"/>
            <a:ext cx="5175504" cy="160020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754880"/>
            <a:ext cx="4535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Teto de emissão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03520"/>
            <a:ext cx="4535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DEFF2"/>
                </a:solidFill>
                <a:latin typeface="Arial"/>
              </a:rPr>
              <a:t>α nunca ≥ 1, gravado no código — inflação líquida é impossível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4526280"/>
            <a:ext cx="5175504" cy="160020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4754880"/>
            <a:ext cx="4535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Supermaioria 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5303520"/>
            <a:ext cx="4535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DEFF2"/>
                </a:solidFill>
                <a:latin typeface="Arial"/>
              </a:rPr>
              <a:t>mexer na liquidez exige 75% dos votos — não uma minoria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2B04A"/>
                </a:solidFill>
                <a:latin typeface="Arial"/>
              </a:rPr>
              <a:t>Tokenomics não salva</a:t>
            </a:r>
          </a:p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2B04A"/>
                </a:solidFill>
                <a:latin typeface="Arial"/>
              </a:rPr>
              <a:t>produto ruim.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EDEFF2"/>
                </a:solidFill>
                <a:latin typeface="Arial"/>
              </a:rPr>
              <a:t>Se os apps não geram uso real, o sistema desacelera até parar.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8A93A0"/>
                </a:solidFill>
                <a:latin typeface="Arial"/>
              </a:rPr>
              <a:t>Mas ele NÃO implode: sem alavancagem, sem promessa de rendimento fixo.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8A93A0"/>
                </a:solidFill>
                <a:latin typeface="Arial"/>
              </a:rPr>
              <a:t>No pior caso, vira zumbi — não vira Ponzi.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82296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D9B0"/>
                </a:solidFill>
                <a:latin typeface="Arial"/>
              </a:rPr>
              <a:t>O QUE FALTA PARA LANÇAR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EFF2"/>
                </a:solidFill>
                <a:latin typeface="Arial"/>
              </a:rPr>
              <a:t>Somos honestos sobre o estágio.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Auditoria externa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83464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EDEFF2"/>
                </a:solidFill>
                <a:latin typeface="Arial"/>
              </a:rPr>
              <a:t>código pronto, 800+ testes — falta o selo de terceiros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App âncora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9476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EDEFF2"/>
                </a:solidFill>
                <a:latin typeface="Arial"/>
              </a:rPr>
              <a:t>um primeiro app com demanda real que puxa o ecossistema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5488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5488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8D9B0"/>
                </a:solidFill>
                <a:latin typeface="Arial"/>
              </a:rPr>
              <a:t>Seed de liquidez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7548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EDEFF2"/>
                </a:solidFill>
                <a:latin typeface="Arial"/>
              </a:rPr>
              <a:t>$200k–$500k para dar profundidade ao mercado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8A93A0"/>
                </a:solidFill>
                <a:latin typeface="Arial"/>
              </a:rPr>
              <a:t>Estágio: pré-deploy. Código completo e testado.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280160" cy="109728"/>
          </a:xfrm>
          <a:prstGeom prst="rect">
            <a:avLst/>
          </a:prstGeom>
          <a:solidFill>
            <a:srgbClr val="38D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EDEFF2"/>
                </a:solidFill>
                <a:latin typeface="Arial"/>
              </a:rPr>
              <a:t>Uso real → escassez real → valor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38D9B0"/>
                </a:solidFill>
                <a:latin typeface="Arial"/>
              </a:rPr>
              <a:t>Uma economia onde o cliente é sócio,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38D9B0"/>
                </a:solidFill>
                <a:latin typeface="Arial"/>
              </a:rPr>
              <a:t>o app é pago para participar,</a:t>
            </a:r>
          </a:p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38D9B0"/>
                </a:solidFill>
                <a:latin typeface="Arial"/>
              </a:rPr>
              <a:t>e a moeda fica mais escassa a cada uso.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8D9B0"/>
                </a:solidFill>
                <a:latin typeface="Arial"/>
              </a:rPr>
              <a:t>Web3Community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DEFF2"/>
                </a:solidFill>
                <a:latin typeface="Arial"/>
              </a:rPr>
              <a:t>A pergunta não é se as pessoas vão usar cripto.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DEFF2"/>
                </a:solidFill>
                <a:latin typeface="Arial"/>
              </a:rPr>
              <a:t>É se vão perceber que estão usando.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8A93A0"/>
                </a:solidFill>
                <a:latin typeface="Arial"/>
              </a:rPr>
              <a:t>Obrigado.  Vamos conversar.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